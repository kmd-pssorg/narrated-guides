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{stemme: fortæller} [calm] Velkommen. I den her video gennemgår vi roligt, hvordan du animerer figurer i en præsentation med stemme. Vi starter med den klassiske toning, som jo er... {stemme: marketing} [excited, fast] Nej, nej, nej, nej. Stop. {vis: Afbrydelse, voks} Toning? Seriøst? Fade er SÅ yesteryear. [laughs] Giv mig lige det her. Jeg tager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{stemme: marketing} [excited] Okay, team. Første effekt: {vis: Zoom, zoom} Zoom. Den kommer ud af ingenting, ligesom mine bedste ideer. {vis: Svæv, svæv} Svæv! Den glider blidt op, som en aktiekurs. Min aktiekurs. {vis: Fly, fly} Fly! Nedefra, med fart på. {vis: Voks, voks} Og voks! Den vokser OG drejer. Det er en game changer. {stemme: fortæller} [dry] Må jeg lige sige noget? {stemme: marketing} [fast] Nej. {vis: Straks, straks} Straks! Ingen animation, bare bam. Til folk der har travlt. Ligesom mig.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{stemme: marketing} [excited] Og vi er slet ikke færdige. {vis: Venstre, fly venstre} Fra venstre! {vis: Højre, fly højre} Fra højre! {vis: Top, fly top} Fra toppen! Det er tre-sixty, folkens. {vis: Visk, visk} Visk! Den tørrer sig selv frem, som en tavle. Retro. Men på den gode måde. {stemme: fortæller} [patiently] Og toning? {stemme: marketing} [sighs] Fint. {vis: Tone, tone} Toning. Den er standard. Den er tryg. Den er... [whispers] yesteryear.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{stemme: fortæller} [calm] Tak. Sådan gør du selv. {vis: Trin 1, svæv} Først giver du figuren et navn i markeringsruden. Du finder den under Hjem, Arranger. {vis: Trin 2, svæv} Så skriver du speaket i noterne og sætter et cue foran det ord, hvor figuren skal komme frem. {vis: Trin 3, svæv} Vil du have en anden effekt end toning, skriver du den efter navnet, adskilt af et komma. {vis: Noter, visk} Sådan her. {stemme: marketing} [excited] Fly venstre. Altid fly venstre. {stemme: fortæller} {vis: Trin 4, svæv} Til sidst trækker du præsentationen ind på narrated-guides-siden, vælger stemmer og henter den færdige præsentation. PowerPoint laver selv videoen. {vis: Effekter, fly venstre} Og her er alle effekterne.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{stemme: marketing} [excited] Og nu, den store finale! Konfetti, fyrværkeri, voks og drej på det hele, og... {stemme: fortæller} [firmly] {vis: Slut, tone} Tak fordi du så med. {stemme: marketing} [whispers] Yesteryear.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F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NARRATED-GUIDES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286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Animationer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rolig gennemgang</a:t>
            </a:r>
            <a:endParaRPr lang="en-US" sz="2600" dirty="0"/>
          </a:p>
        </p:txBody>
      </p:sp>
      <p:sp>
        <p:nvSpPr>
          <p:cNvPr id="5" name="Afbrydelse"/>
          <p:cNvSpPr/>
          <p:nvPr/>
        </p:nvSpPr>
        <p:spPr>
          <a:xfrm rot="-480000">
            <a:off x="7680960" y="4206240"/>
            <a:ext cx="3749040" cy="1737360"/>
          </a:xfrm>
          <a:prstGeom prst="roundRect">
            <a:avLst>
              <a:gd name="adj" fmla="val 7895"/>
            </a:avLst>
          </a:prstGeom>
          <a:solidFill>
            <a:srgbClr val="E5267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FADE ER SÅ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YESTERYEAR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 på scenen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778240" y="59436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E5267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har overtaget</a:t>
            </a:r>
            <a:endParaRPr lang="en-US" sz="1400" dirty="0"/>
          </a:p>
        </p:txBody>
      </p:sp>
      <p:sp>
        <p:nvSpPr>
          <p:cNvPr id="4" name="Zoom"/>
          <p:cNvSpPr/>
          <p:nvPr/>
        </p:nvSpPr>
        <p:spPr>
          <a:xfrm>
            <a:off x="594360" y="1600200"/>
            <a:ext cx="2103120" cy="4480560"/>
          </a:xfrm>
          <a:prstGeom prst="roundRect">
            <a:avLst>
              <a:gd name="adj" fmla="val 5217"/>
            </a:avLst>
          </a:prstGeom>
          <a:solidFill>
            <a:srgbClr val="2F4FD8"/>
          </a:solidFill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</a:t>
            </a:r>
            <a:endParaRPr lang="en-US" sz="3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 af ingenting. Som mine bedste ideer.</a:t>
            </a:r>
            <a:endParaRPr lang="en-US" sz="3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{vis: Zoom, zoom}</a:t>
            </a:r>
            <a:endParaRPr lang="en-US" sz="3400" dirty="0"/>
          </a:p>
        </p:txBody>
      </p:sp>
      <p:sp>
        <p:nvSpPr>
          <p:cNvPr id="5" name="Svæv"/>
          <p:cNvSpPr/>
          <p:nvPr/>
        </p:nvSpPr>
        <p:spPr>
          <a:xfrm>
            <a:off x="2834640" y="1600200"/>
            <a:ext cx="2103120" cy="4480560"/>
          </a:xfrm>
          <a:prstGeom prst="roundRect">
            <a:avLst>
              <a:gd name="adj" fmla="val 5217"/>
            </a:avLst>
          </a:prstGeom>
          <a:solidFill>
            <a:srgbClr val="E5267B"/>
          </a:solidFill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Svæv</a:t>
            </a:r>
            <a:endParaRPr lang="en-US" sz="3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Glider op. Som en aktiekurs.</a:t>
            </a:r>
            <a:endParaRPr lang="en-US" sz="3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{vis: Svæv, svæv}</a:t>
            </a:r>
            <a:endParaRPr lang="en-US" sz="3400" dirty="0"/>
          </a:p>
        </p:txBody>
      </p:sp>
      <p:sp>
        <p:nvSpPr>
          <p:cNvPr id="6" name="Fly"/>
          <p:cNvSpPr/>
          <p:nvPr/>
        </p:nvSpPr>
        <p:spPr>
          <a:xfrm>
            <a:off x="5074920" y="1600200"/>
            <a:ext cx="2103120" cy="4480560"/>
          </a:xfrm>
          <a:prstGeom prst="roundRect">
            <a:avLst>
              <a:gd name="adj" fmla="val 5217"/>
            </a:avLst>
          </a:prstGeom>
          <a:solidFill>
            <a:srgbClr val="12B886"/>
          </a:solidFill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</a:t>
            </a:r>
            <a:endParaRPr lang="en-US" sz="3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Nedefra, med fart på.</a:t>
            </a:r>
            <a:endParaRPr lang="en-US" sz="3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{vis: Fly, fly}</a:t>
            </a:r>
            <a:endParaRPr lang="en-US" sz="3400" dirty="0"/>
          </a:p>
        </p:txBody>
      </p:sp>
      <p:sp>
        <p:nvSpPr>
          <p:cNvPr id="7" name="Voks"/>
          <p:cNvSpPr/>
          <p:nvPr/>
        </p:nvSpPr>
        <p:spPr>
          <a:xfrm>
            <a:off x="7315200" y="1600200"/>
            <a:ext cx="2103120" cy="4480560"/>
          </a:xfrm>
          <a:prstGeom prst="roundRect">
            <a:avLst>
              <a:gd name="adj" fmla="val 5217"/>
            </a:avLst>
          </a:prstGeom>
          <a:solidFill>
            <a:srgbClr val="FFC53D"/>
          </a:solidFill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Voks</a:t>
            </a:r>
            <a:endParaRPr lang="en-US" sz="3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Vokser OG drejer. Game changer.</a:t>
            </a:r>
            <a:endParaRPr lang="en-US" sz="3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421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{vis: Voks, voks}</a:t>
            </a:r>
            <a:endParaRPr lang="en-US" sz="3400" dirty="0"/>
          </a:p>
        </p:txBody>
      </p:sp>
      <p:sp>
        <p:nvSpPr>
          <p:cNvPr id="8" name="Straks"/>
          <p:cNvSpPr/>
          <p:nvPr/>
        </p:nvSpPr>
        <p:spPr>
          <a:xfrm>
            <a:off x="9555480" y="1600200"/>
            <a:ext cx="2103120" cy="4480560"/>
          </a:xfrm>
          <a:prstGeom prst="roundRect">
            <a:avLst>
              <a:gd name="adj" fmla="val 5217"/>
            </a:avLst>
          </a:prstGeom>
          <a:solidFill>
            <a:srgbClr val="14213D"/>
          </a:solidFill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Straks</a:t>
            </a:r>
            <a:endParaRPr lang="en-US" sz="3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BAM. Til folk med travlt.</a:t>
            </a:r>
            <a:endParaRPr lang="en-US" sz="3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{vis: Straks, straks}</a:t>
            </a:r>
            <a:endParaRPr lang="en-US" sz="3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 alle sider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778240" y="59436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E5267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Stadig marketing</a:t>
            </a:r>
            <a:endParaRPr lang="en-US" sz="1400" dirty="0"/>
          </a:p>
        </p:txBody>
      </p:sp>
      <p:sp>
        <p:nvSpPr>
          <p:cNvPr id="4" name="Venstre"/>
          <p:cNvSpPr/>
          <p:nvPr/>
        </p:nvSpPr>
        <p:spPr>
          <a:xfrm>
            <a:off x="594360" y="1600200"/>
            <a:ext cx="2103120" cy="4480560"/>
          </a:xfrm>
          <a:prstGeom prst="roundRect">
            <a:avLst>
              <a:gd name="adj" fmla="val 5217"/>
            </a:avLst>
          </a:prstGeom>
          <a:solidFill>
            <a:srgbClr val="2F4FD8"/>
          </a:solidFill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Venstre</a:t>
            </a:r>
            <a:endParaRPr lang="en-US" sz="3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 fra venstre. Disruptivt.</a:t>
            </a:r>
            <a:endParaRPr lang="en-US" sz="3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{vis: Venstre, fly venstre}</a:t>
            </a:r>
            <a:endParaRPr lang="en-US" sz="3400" dirty="0"/>
          </a:p>
        </p:txBody>
      </p:sp>
      <p:sp>
        <p:nvSpPr>
          <p:cNvPr id="5" name="Højre"/>
          <p:cNvSpPr/>
          <p:nvPr/>
        </p:nvSpPr>
        <p:spPr>
          <a:xfrm>
            <a:off x="2834640" y="1600200"/>
            <a:ext cx="2103120" cy="4480560"/>
          </a:xfrm>
          <a:prstGeom prst="roundRect">
            <a:avLst>
              <a:gd name="adj" fmla="val 5217"/>
            </a:avLst>
          </a:prstGeom>
          <a:solidFill>
            <a:srgbClr val="E5267B"/>
          </a:solidFill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Højre</a:t>
            </a:r>
            <a:endParaRPr lang="en-US" sz="3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 fra højre. Også disruptivt.</a:t>
            </a:r>
            <a:endParaRPr lang="en-US" sz="3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{vis: Højre, fly højre}</a:t>
            </a:r>
            <a:endParaRPr lang="en-US" sz="3400" dirty="0"/>
          </a:p>
        </p:txBody>
      </p:sp>
      <p:sp>
        <p:nvSpPr>
          <p:cNvPr id="6" name="Top"/>
          <p:cNvSpPr/>
          <p:nvPr/>
        </p:nvSpPr>
        <p:spPr>
          <a:xfrm>
            <a:off x="5074920" y="1600200"/>
            <a:ext cx="2103120" cy="4480560"/>
          </a:xfrm>
          <a:prstGeom prst="roundRect">
            <a:avLst>
              <a:gd name="adj" fmla="val 5217"/>
            </a:avLst>
          </a:prstGeom>
          <a:solidFill>
            <a:srgbClr val="12B886"/>
          </a:solidFill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3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Ovenfra. Tre-sixty.</a:t>
            </a:r>
            <a:endParaRPr lang="en-US" sz="3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{vis: Top, fly top}</a:t>
            </a:r>
            <a:endParaRPr lang="en-US" sz="3400" dirty="0"/>
          </a:p>
        </p:txBody>
      </p:sp>
      <p:sp>
        <p:nvSpPr>
          <p:cNvPr id="7" name="Visk"/>
          <p:cNvSpPr/>
          <p:nvPr/>
        </p:nvSpPr>
        <p:spPr>
          <a:xfrm>
            <a:off x="7315200" y="1600200"/>
            <a:ext cx="2103120" cy="4480560"/>
          </a:xfrm>
          <a:prstGeom prst="roundRect">
            <a:avLst>
              <a:gd name="adj" fmla="val 5217"/>
            </a:avLst>
          </a:prstGeom>
          <a:solidFill>
            <a:srgbClr val="FFC53D"/>
          </a:solidFill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</a:t>
            </a:r>
            <a:endParaRPr lang="en-US" sz="3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Retro. Men den gode slags.</a:t>
            </a:r>
            <a:endParaRPr lang="en-US" sz="3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421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{vis: Visk, visk}</a:t>
            </a:r>
            <a:endParaRPr lang="en-US" sz="3400" dirty="0"/>
          </a:p>
        </p:txBody>
      </p:sp>
      <p:sp>
        <p:nvSpPr>
          <p:cNvPr id="8" name="Tone"/>
          <p:cNvSpPr/>
          <p:nvPr/>
        </p:nvSpPr>
        <p:spPr>
          <a:xfrm>
            <a:off x="9555480" y="1600200"/>
            <a:ext cx="2103120" cy="4480560"/>
          </a:xfrm>
          <a:prstGeom prst="roundRect">
            <a:avLst>
              <a:gd name="adj" fmla="val 5217"/>
            </a:avLst>
          </a:prstGeom>
          <a:solidFill>
            <a:srgbClr val="C9CED9"/>
          </a:solidFill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</a:t>
            </a:r>
            <a:endParaRPr lang="en-US" sz="3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Standard. Tryg. Yesteryear.</a:t>
            </a:r>
            <a:endParaRPr lang="en-US" sz="3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421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{vis: Tone, tone}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Sådan gør du</a:t>
            </a:r>
            <a:endParaRPr lang="en-US" sz="4000" dirty="0"/>
          </a:p>
        </p:txBody>
      </p:sp>
      <p:sp>
        <p:nvSpPr>
          <p:cNvPr id="3" name="Trin 1"/>
          <p:cNvSpPr txBox="1"/>
          <p:nvPr/>
        </p:nvSpPr>
        <p:spPr>
          <a:xfrm>
            <a:off x="594360" y="16002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F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Navngiv figuren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68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Hjem → Arranger → Markeringsrude</a:t>
            </a:r>
            <a:endParaRPr lang="en-US" sz="2400" dirty="0"/>
          </a:p>
        </p:txBody>
      </p:sp>
      <p:sp>
        <p:nvSpPr>
          <p:cNvPr id="4" name="Trin 2"/>
          <p:cNvSpPr txBox="1"/>
          <p:nvPr/>
        </p:nvSpPr>
        <p:spPr>
          <a:xfrm>
            <a:off x="594360" y="2624328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F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Skriv speaket i noterne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6870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{vis: Navn} foran ordet, hvor figuren skal frem</a:t>
            </a:r>
            <a:endParaRPr lang="en-US" sz="2400" dirty="0"/>
          </a:p>
        </p:txBody>
      </p:sp>
      <p:sp>
        <p:nvSpPr>
          <p:cNvPr id="5" name="Trin 3"/>
          <p:cNvSpPr txBox="1"/>
          <p:nvPr/>
        </p:nvSpPr>
        <p:spPr>
          <a:xfrm>
            <a:off x="594360" y="3648456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F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Vælg en effekt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6870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{vis: Navn, zoom} – efter et komma</a:t>
            </a:r>
            <a:endParaRPr lang="en-US" sz="2400" dirty="0"/>
          </a:p>
        </p:txBody>
      </p:sp>
      <p:sp>
        <p:nvSpPr>
          <p:cNvPr id="6" name="Trin 4"/>
          <p:cNvSpPr txBox="1"/>
          <p:nvPr/>
        </p:nvSpPr>
        <p:spPr>
          <a:xfrm>
            <a:off x="594360" y="4672584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F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 præsentationen med stemme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68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Træk den ind på narrated-guides-siden. PowerPoint laver videoen.</a:t>
            </a:r>
            <a:endParaRPr lang="en-US" sz="2400" dirty="0"/>
          </a:p>
        </p:txBody>
      </p:sp>
      <p:sp>
        <p:nvSpPr>
          <p:cNvPr id="7" name="Noter"/>
          <p:cNvSpPr/>
          <p:nvPr/>
        </p:nvSpPr>
        <p:spPr>
          <a:xfrm>
            <a:off x="6858000" y="1600200"/>
            <a:ext cx="4754880" cy="2926080"/>
          </a:xfrm>
          <a:prstGeom prst="roundRect">
            <a:avLst>
              <a:gd name="adj" fmla="val 3125"/>
            </a:avLst>
          </a:prstGeom>
          <a:solidFill>
            <a:srgbClr val="14213D"/>
          </a:solidFill>
          <a:ln/>
        </p:spPr>
        <p:txBody>
          <a:bodyPr wrap="square" lIns="228600" tIns="254000" rIns="254000" bIns="22860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Noter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{vis: Fase 1, fly venstre}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Først finder du varen.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8C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{stemme: marketing}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[excited] Game changer!</a:t>
            </a:r>
            <a:endParaRPr lang="en-US" sz="1600" dirty="0"/>
          </a:p>
        </p:txBody>
      </p:sp>
      <p:sp>
        <p:nvSpPr>
          <p:cNvPr id="8" name="Effekter"/>
          <p:cNvSpPr/>
          <p:nvPr/>
        </p:nvSpPr>
        <p:spPr>
          <a:xfrm>
            <a:off x="594360" y="5806440"/>
            <a:ext cx="11018520" cy="548640"/>
          </a:xfrm>
          <a:prstGeom prst="roundRect">
            <a:avLst>
              <a:gd name="adj" fmla="val 50000"/>
            </a:avLst>
          </a:prstGeom>
          <a:solidFill>
            <a:srgbClr val="EE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F4F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tone · straks · zoom · svæv · fly · fly venstre · fly højre · fly top · visk · voks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ut"/>
          <p:cNvSpPr txBox="1"/>
          <p:nvPr/>
        </p:nvSpPr>
        <p:spPr>
          <a:xfrm>
            <a:off x="731520" y="2560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 fordi du så med</a:t>
            </a:r>
            <a:endParaRPr lang="en-US" sz="5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49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Lavet med narrated-guides. Også stemmerne.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Animationer</dc:title>
  <dc:creator>PptxGenJS</dc:creator>
  <cp:lastModifiedBy>narrated-guides</cp:lastModifiedBy>
  <cp:revision>1</cp:revision>
  <dcterms:created xsi:type="dcterms:W3CDTF">2026-10-13T18:50:15Z</dcterms:created>
  <dcterms:modified xsi:type="dcterms:W3CDTF">2026-10-13T18:50:15Z</dcterms:modified>
</cp:coreProperties>
</file>