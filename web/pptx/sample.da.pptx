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2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[calm, dry] Velkommen. Det her er indkøbsprocessen i ProcureFlow tre seks fem. [pauses] Den tager cirka tredive sekunder at forklare og noget længere at gennemføre.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indkøbsrekvisition går gennem tre faser. {vis: Fase 1} Først finder du varen i kataloget. [pauses] {vis: Fase 2} Så udfylder du detaljerne: omkostningssted, budget og en begrundelse på mindst to hundrede tegn. [pauses] {vis: Fase 3} Og til sidst bliver den godkendt. [pauses] {vis: Bent} Af Bent. [deadpan] Selvfølgelig.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var processen. {vis: Pointe} Har du spørgsmål, så send dem som en indkøbsrekvisition. {stemme: bent} [flat, unhurried] Bent vender tilbage. [long pause] På et tidspunkt.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B02E"/>
                </a:solidFill>
              </a:rPr>
              <a:t>ProcureFlow 365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Indkøbsprocessen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I tre faser og én Bent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Processen</a:t>
            </a:r>
            <a:endParaRPr lang="en-US" sz="4000" dirty="0"/>
          </a:p>
        </p:txBody>
      </p:sp>
      <p:sp>
        <p:nvSpPr>
          <p:cNvPr id="3" name="Timeline"/>
          <p:cNvSpPr/>
          <p:nvPr/>
        </p:nvSpPr>
        <p:spPr>
          <a:xfrm>
            <a:off x="1097280" y="3246120"/>
            <a:ext cx="9966960" cy="0"/>
          </a:xfrm>
          <a:prstGeom prst="line">
            <a:avLst/>
          </a:prstGeom>
          <a:noFill/>
          <a:ln w="38100">
            <a:solidFill>
              <a:srgbClr val="D6DBEA"/>
            </a:solidFill>
            <a:prstDash val="solid"/>
          </a:ln>
        </p:spPr>
      </p:sp>
      <p:sp>
        <p:nvSpPr>
          <p:cNvPr id="4" name="Fase 1 prik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Fase 1"/>
          <p:cNvSpPr/>
          <p:nvPr/>
        </p:nvSpPr>
        <p:spPr>
          <a:xfrm>
            <a:off x="7315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FASE 1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Find varen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Søg i kataloget. Ignorer den røde hæftemaskine.</a:t>
            </a:r>
            <a:endParaRPr lang="en-US" sz="1300" dirty="0"/>
          </a:p>
        </p:txBody>
      </p:sp>
      <p:sp>
        <p:nvSpPr>
          <p:cNvPr id="6" name="Fase 2 prik"/>
          <p:cNvSpPr/>
          <p:nvPr/>
        </p:nvSpPr>
        <p:spPr>
          <a:xfrm>
            <a:off x="45262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Fase 2"/>
          <p:cNvSpPr/>
          <p:nvPr/>
        </p:nvSpPr>
        <p:spPr>
          <a:xfrm>
            <a:off x="43891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FASE 2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Udfyld detaljerne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Omkostningssted, budgetundtagelse, 200 tegns begrundelse.</a:t>
            </a:r>
            <a:endParaRPr lang="en-US" sz="1300" dirty="0"/>
          </a:p>
        </p:txBody>
      </p:sp>
      <p:sp>
        <p:nvSpPr>
          <p:cNvPr id="8" name="Fase 3 prik"/>
          <p:cNvSpPr/>
          <p:nvPr/>
        </p:nvSpPr>
        <p:spPr>
          <a:xfrm>
            <a:off x="81838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Fase 3"/>
          <p:cNvSpPr/>
          <p:nvPr/>
        </p:nvSpPr>
        <p:spPr>
          <a:xfrm>
            <a:off x="80467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FASE 3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Få den godkendt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Nærmeste leder, budgetejer, Indkøb.</a:t>
            </a:r>
            <a:endParaRPr lang="en-US" sz="1300" dirty="0"/>
          </a:p>
        </p:txBody>
      </p:sp>
      <p:sp>
        <p:nvSpPr>
          <p:cNvPr id="10" name="Bent"/>
          <p:cNvSpPr/>
          <p:nvPr/>
        </p:nvSpPr>
        <p:spPr>
          <a:xfrm>
            <a:off x="6766560" y="15544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Endelig godkendelse: </a:t>
            </a:r>
            <a:r>
              <a:rPr lang="en-US" sz="1600" dirty="0">
                <a:solidFill>
                  <a:srgbClr val="FFFFFF"/>
                </a:solidFill>
              </a:rPr>
              <a:t>Bent. Siden 2004. Ingen spørger.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Spørgsmål?</a:t>
            </a:r>
            <a:endParaRPr lang="en-US" sz="5400" dirty="0"/>
          </a:p>
        </p:txBody>
      </p:sp>
      <p:sp>
        <p:nvSpPr>
          <p:cNvPr id="3" name="Pointe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Send dem som en indkøbsrekvisition.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Macintosh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Indkøbsprocessen</dc:title>
  <dc:subject>PptxGenJS Presentation</dc:subject>
  <dc:creator>PptxGenJS</dc:creator>
  <cp:lastModifiedBy>narrated-guides</cp:lastModifiedBy>
  <cp:revision>1</cp:revision>
  <dcterms:created xsi:type="dcterms:W3CDTF">2026-10-13T18:07:15Z</dcterms:created>
  <dcterms:modified xsi:type="dcterms:W3CDTF">2026-10-13T18:08:38Z</dcterms:modified>
</cp:coreProperties>
</file>